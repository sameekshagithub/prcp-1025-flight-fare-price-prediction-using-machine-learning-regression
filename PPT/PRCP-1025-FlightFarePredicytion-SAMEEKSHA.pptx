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4" d="100"/>
          <a:sy n="64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BDE14-905D-1135-B140-CD5A61FEC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54CEB-579E-62C9-35C0-49CBF1722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6F694-71FA-7B02-C6E6-CEB71798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D3032-80EB-C3EC-62D9-3A1C1AB6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A9F92-04D0-E35D-F74B-641E581B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7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BC60-BFA4-610C-73F5-AC5E4900A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45BBD-1079-F3E7-1A55-EC4A72CAB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09C33-4EA9-F099-2660-BCF4BF97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65905-C143-4797-703B-7524567C1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9CD2-4D0A-F5E9-2827-7D3E40413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4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CEC8-4D00-7704-C5A3-3679BCF2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A2A17-40E7-D587-CC82-1895DC8D2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0D97B-BD70-B5C4-0441-6B8C627B0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B12D8-7B88-EFA3-8025-FE6F9CE0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FA523-2DD8-7BC0-4F42-444852EA7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2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F447-A96D-2ADD-B6AE-099490E2B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04286-D5EB-1D59-0531-68561826C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C0482-5F74-78D5-4B21-E04A45A81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A4F9E-7D16-5924-EB9D-11D1E45C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8458A-BB98-8956-837F-124AB7ADA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1EC9F-9D3A-F608-3256-A52DC4D1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3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F230-FDB5-5566-ABD5-8FE5429BE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B9B76-BE7C-057E-F530-A7FE9365F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AE175-7A5D-7C1F-85D4-025151D11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ABCA84-1C1F-9A45-5385-93B69FAFD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D5798D-BBAE-A4AF-7AEE-75FBB9E8C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8BF1E-C628-82CC-AD7E-A8E932F9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94F97F-FF64-27CA-0A9F-AA817960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7211D3-D924-1DD5-0B60-92BE5F53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4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3AF2F-3D5E-E53B-C4DE-8A3B49B55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657BFC-9787-6E02-53BE-62F154EFF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BDC03-E74D-C586-67DD-9CDBA31DF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00E68-BAED-BC65-3CE9-8E88D8C9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87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F0860D-4D08-AC9A-E560-B5445752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AD882-B247-FF1F-11C7-90B502AEF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5CAC2-2ADE-5A09-6CAB-FBAD8B36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3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AFDE-2BA1-5394-4C43-1810C6FD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51C7C-0146-40BA-F749-E71025A2F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262DE-3092-C08A-E2A1-2698C8328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80D4E-1733-1062-46E7-9E8C8255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0414E-10BE-8790-0DCE-A3189252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E11C7-A4BB-D54E-1B76-BE94B219F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87CB-99F3-914C-35C0-758C96D4A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7A305-8F04-2F88-5596-EEC37805E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01F31-C45D-4283-0746-B87B77613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63493-1A8C-7844-6C2B-BE958F3B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E4524-CA21-6A31-FC7B-3852D159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990F3-47D0-D40F-0B23-E2056091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4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7C8D3-83C9-D37C-F179-8EC40B96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C3EE-5F5F-B56A-6C11-5C850C0A4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99027-A457-045E-6D50-2C9A10DE4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D757E-86DE-5D43-F7BB-A50E5347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5C074-44AD-AC15-E175-23D6F394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6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23BE76-C52B-D3E5-1573-A918E402C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6427E-89E2-9ED7-DBDD-A30EF0872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559EE-3A26-49DB-1497-8456BB97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01D37-8BF2-8FF1-C30C-E94C1AC0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EFC50-85E6-5017-15EB-4044C362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4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DE0A5-697B-963D-D9DF-34965DC2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DFA4E-66B5-AD49-76FE-A3116C334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58B7A-4495-F7A9-6052-4417D0437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ACB1A-BC50-40C1-8A6F-BCE7E723423E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FBFDF-2BA4-8E18-9B62-BAC8AF829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981D-F4FF-3090-607A-7FA50913F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D8477-5D7C-4112-8545-8FB6821CE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1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google.com/url?q=https%3A%2F%2Fd3ilbtxij3aepc.cloudfront.net%2Fprojects%2FCDS-Capstone-Projects%2Fflight-fare.zip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3D3F-B288-1DD3-1826-AF9EFF321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71008"/>
            <a:ext cx="11977141" cy="283688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PRCP-1025 : FLIGHT FARE PREDICTION USING MACHINE LEARNING</a:t>
            </a:r>
            <a:br>
              <a:rPr lang="en-US" dirty="0"/>
            </a:b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1CDA5-1F06-CE4D-1FF7-65D1DAC20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0290" y="5936105"/>
            <a:ext cx="4901782" cy="921894"/>
          </a:xfrm>
        </p:spPr>
        <p:txBody>
          <a:bodyPr>
            <a:normAutofit/>
          </a:bodyPr>
          <a:lstStyle/>
          <a:p>
            <a:r>
              <a:rPr lang="en-US" b="1" dirty="0"/>
              <a:t>Team Code:</a:t>
            </a:r>
            <a:r>
              <a:rPr lang="en-US" dirty="0"/>
              <a:t> PTID-AIE-JUL-26-11142</a:t>
            </a:r>
          </a:p>
          <a:p>
            <a:r>
              <a:rPr lang="en-US" b="1" dirty="0"/>
              <a:t>Submitted By:</a:t>
            </a:r>
            <a:r>
              <a:rPr lang="en-US" dirty="0"/>
              <a:t> Sameeksha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45DB3-FFC0-E3CC-0CC4-B365D1527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239841" y="3429000"/>
            <a:ext cx="6370821" cy="325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20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254E0B-7F63-65A8-1505-6B955E303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53D915-6B0B-C85E-9A3F-572A517C21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22949E-055E-33E0-5E20-05E9C72AE3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lvl="0" indent="-51435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 Performance Comparison 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23778A-31AD-F050-262B-235328077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9758597" y="172388"/>
            <a:ext cx="2248524" cy="101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764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C9C0-D432-F7DD-EF37-131D2C47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1641A-86F7-5F7C-7083-22E697579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99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ticket prices change frequently based on multiple factors, making it difficult for customers to estimate the correct fare.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historical flight data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multiple regression models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flight ticket prices accurately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 model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E3A2D-906B-125D-6C74-D65412999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6460762" y="3429000"/>
            <a:ext cx="5501390" cy="325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12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3901-AF43-FEAD-FB2F-FEA4652D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41282-5781-9FC4-2823-728BB9E54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0027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Selection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Fare Prediction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F950E-AD4F-FEE9-88E6-7CF9BA936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4871753" y="2488368"/>
            <a:ext cx="7090399" cy="419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2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5C56-B7CE-43E0-6B69-A258053C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DATASET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FDED4-3A1C-981E-848A-7604EB7CB3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DataMites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 Flight_Fare.xlsx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LINK: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https://d3ilbtxij3aepc.cloudfront.net/projects/CDS-Capstone-Projects/flight-fare.zip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22FCC-A3F0-B4AF-3CA5-66EAB2CB3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365885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Journey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Stops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Info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(Target)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E90625-E8AA-20F7-9E3B-493E38A49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8424473" y="4001294"/>
            <a:ext cx="3588270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0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616A-2898-DD67-DF2C-C620F723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0F45D-4069-0632-8657-1DB7F7A077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Removal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Summary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5AD52-5B10-2CE6-F751-87A9CD63FF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missing values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 price distribution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and duration strongly affect ticket price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duration generally increases fare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A5DAE-A8BD-4721-ED95-C30398681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9248931" y="4886794"/>
            <a:ext cx="2398425" cy="18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09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1801-0C78-FDB4-5847-E204E5240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 PREPROCESSING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13F3BA-7DD9-9F5E-C8F9-36C33972E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528" y="1690688"/>
            <a:ext cx="10634272" cy="44862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pPr marL="0" indent="0">
              <a:buNone/>
            </a:pP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Values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Dates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Time Features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Conversion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(where required)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D4C42F-88BB-BAE4-ED55-E90438219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5231566" y="1825625"/>
            <a:ext cx="6370821" cy="363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33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8B9A-9FA6-9F13-AF19-599A74AF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1E640-9AC6-F259-E300-D0E5044CA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numerical features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Journey Day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Journey Month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Departure Hour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Departure Minute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Arrival Hour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Arrival Minute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Minutes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Stops (Ordinal)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Dropped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Info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DCF2B-F0FB-850D-3D4E-1E66D1124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4982979" y="2124856"/>
            <a:ext cx="6370821" cy="325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32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E73B3-FBA8-8FE8-52CD-E21EDA9C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F1C0C-EADB-0B76-813D-652CEB4FA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Algorithms Used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Regressor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Regressor </a:t>
            </a:r>
          </a:p>
          <a:p>
            <a:pPr lv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Regressor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AdaBoost Regressor </a:t>
            </a: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845EE-3FC2-782F-55AF-D0F4E73E3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5231566" y="1439056"/>
            <a:ext cx="63708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69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6EFC-9329-4C45-6413-F570EDE6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MODEL COMPARISON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7FE9CD-AAC7-3142-9F8F-0709E1154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175" y="1690688"/>
            <a:ext cx="906904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977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1508-C53E-8BDC-A027-A468D8708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48DF6-D2FA-C06A-89C8-9F28F3EDF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Random Forest Performance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81B5B-2EAE-D68B-D9FE-83DC55DDC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6096000" y="1439056"/>
            <a:ext cx="5506387" cy="329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11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C850-2A81-62AB-F0DC-DF715DFE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11D70-FE63-897B-6427-57E00EEAB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 date and time formats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conversion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encoding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overfitting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EA974-4703-B012-9A51-620866285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5786203" y="1439056"/>
            <a:ext cx="58161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623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C7B8-171E-3C1E-781A-54F4335AD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EBA3F-A78E-1ECB-B8D8-3FDB0409C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multiple regression models.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produced the best prediction performance.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significantly improved accuracy.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estimate flight fares effectively.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can support customers and airline businesses in price estimation.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CEBFC-8EED-6FA4-206F-555EFB6B2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5576341" y="4542021"/>
            <a:ext cx="6475751" cy="214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66DF-76F1-B4CA-C1C6-39243E6DF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DE5F9-6807-9E21-D680-2B7DC0E2C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API integration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airline pricing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Deployment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Alert System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610CF-B73F-4ECF-8845-342D407EE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5951095" y="1439056"/>
            <a:ext cx="56512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FCABE-2F3A-D8A5-71C4-EBF3A98520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11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49EF88-02A5-228A-2255-6CA0CF737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3" t="30151" r="1033" b="8957"/>
          <a:stretch>
            <a:fillRect/>
          </a:stretch>
        </p:blipFill>
        <p:spPr>
          <a:xfrm>
            <a:off x="4497050" y="2938071"/>
            <a:ext cx="6400800" cy="376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71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425</Words>
  <Application>Microsoft Office PowerPoint</Application>
  <PresentationFormat>Widescreen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PRCP-1025 : FLIGHT FARE PREDICTION USING MACHINE LEARNING </vt:lpstr>
      <vt:lpstr>TABLE OF CONTENTS</vt:lpstr>
      <vt:lpstr>1. PROBLEM STATEMENT</vt:lpstr>
      <vt:lpstr>2. PROJECT WORKFLOW</vt:lpstr>
      <vt:lpstr>3. DATASET OVERVIEW </vt:lpstr>
      <vt:lpstr>4. EXPLORATORY DATA ANALYSIS</vt:lpstr>
      <vt:lpstr>5. DATA PREPROCESSING</vt:lpstr>
      <vt:lpstr>6. FEATURE ENGINEERING</vt:lpstr>
      <vt:lpstr>7. MACHINE LEARNING MODELS</vt:lpstr>
      <vt:lpstr>8. MODEL COMPARISON</vt:lpstr>
      <vt:lpstr>9. HYPERPARAMETER TUNING</vt:lpstr>
      <vt:lpstr>10. CHALLENGES FACED</vt:lpstr>
      <vt:lpstr>11. CONCLUSION</vt:lpstr>
      <vt:lpstr>12. FUTURE SCOPE</vt:lpstr>
      <vt:lpstr>THANK YOU!!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Sameeksha Rai</dc:creator>
  <cp:lastModifiedBy>Sameeksha Rai</cp:lastModifiedBy>
  <cp:revision>3</cp:revision>
  <dcterms:created xsi:type="dcterms:W3CDTF">2026-08-04T12:43:46Z</dcterms:created>
  <dcterms:modified xsi:type="dcterms:W3CDTF">2026-08-04T13:26:44Z</dcterms:modified>
</cp:coreProperties>
</file>